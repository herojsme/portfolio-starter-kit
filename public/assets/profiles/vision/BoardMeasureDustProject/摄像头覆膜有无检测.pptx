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思蜀" initials="刘思蜀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4"/>
        <p:guide pos="383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image" Target="../media/image3.png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143087" y="1328420"/>
          <a:ext cx="11659235" cy="534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35"/>
                <a:gridCol w="3886200"/>
                <a:gridCol w="1406525"/>
                <a:gridCol w="947420"/>
                <a:gridCol w="1478915"/>
                <a:gridCol w="1226185"/>
                <a:gridCol w="769620"/>
                <a:gridCol w="813435"/>
              </a:tblGrid>
              <a:tr h="6146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项目名称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需求</a:t>
                      </a: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：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摄像头覆膜有无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检测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销售工程师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李明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庆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技术工程师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余毅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测试时间：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2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2025.12.04</a:t>
                      </a:r>
                      <a:endParaRPr lang="en-US" altLang="en-US" sz="12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625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200" b="1">
                          <a:solidFill>
                            <a:srgbClr val="000000"/>
                          </a:solidFill>
                          <a:ea typeface="宋体" panose="02010600030101010101" pitchFamily="2" charset="-122"/>
                        </a:rPr>
                        <a:t>样品实物图：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2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打光架设图：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项目注意事项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暂无</a:t>
                      </a:r>
                      <a:endParaRPr lang="zh-CN" altLang="en-US" sz="1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6932" marR="16932" marT="16932" marB="6096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项目风险点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6932" marR="16932" marT="16932" marB="6096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暂无</a:t>
                      </a:r>
                      <a:endParaRPr lang="zh-CN" altLang="en-US" sz="1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6932" marR="16932" marT="16932" marB="6096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5397" y="836931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项目详情表</a:t>
            </a:r>
            <a:endParaRPr lang="zh-CN" sz="24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 descr="109939f564793891447ac0aca8906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710" y="2676525"/>
            <a:ext cx="1215000" cy="2160000"/>
          </a:xfrm>
          <a:prstGeom prst="rect">
            <a:avLst/>
          </a:prstGeom>
        </p:spPr>
      </p:pic>
      <p:pic>
        <p:nvPicPr>
          <p:cNvPr id="4" name="图片 3" descr="ac8c15fecaafbca16466983b1e3caca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985" y="2676525"/>
            <a:ext cx="1215000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48507" y="1120987"/>
          <a:ext cx="3609340" cy="2834640"/>
        </p:xfrm>
        <a:graphic>
          <a:graphicData uri="http://schemas.openxmlformats.org/drawingml/2006/table">
            <a:tbl>
              <a:tblPr/>
              <a:tblGrid>
                <a:gridCol w="1203960"/>
                <a:gridCol w="2405380"/>
              </a:tblGrid>
              <a:tr h="31496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硬件名称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相关参数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相机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cs"/>
                        </a:rPr>
                        <a:t>CST-CG050-20GMD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镜头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  <a:sym typeface="+mn-ea"/>
                        </a:rPr>
                        <a:t>CST-B5014-5M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接圈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sym typeface="+mn-ea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ea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ea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sym typeface="+mn-ea"/>
                        </a:rPr>
                        <a:t>CST-COS100-W </a:t>
                      </a:r>
                      <a:endParaRPr lang="en-US" altLang="zh-CN" sz="1200" dirty="0">
                        <a:solidFill>
                          <a:srgbClr val="000000"/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ea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ea"/>
                        </a:rPr>
                        <a:t>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光源控制器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sym typeface="+mn-ea"/>
                        </a:rPr>
                        <a:t>CST-DPS2460B-4TD</a:t>
                      </a:r>
                      <a:endParaRPr lang="en-US" altLang="zh-CN" sz="1200" dirty="0">
                        <a:solidFill>
                          <a:srgbClr val="000000"/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9039840" y="777597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硬件配置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39840" y="3641024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参数配置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929880" y="4008119"/>
          <a:ext cx="3627755" cy="2560320"/>
        </p:xfrm>
        <a:graphic>
          <a:graphicData uri="http://schemas.openxmlformats.org/drawingml/2006/table">
            <a:tbl>
              <a:tblPr/>
              <a:tblGrid>
                <a:gridCol w="1222375"/>
                <a:gridCol w="2405380"/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cs"/>
                        </a:rPr>
                        <a:t>曝光时间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cs"/>
                        </a:rPr>
                        <a:t>1500us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+mn-ea"/>
                          <a:sym typeface="+mn-ea"/>
                        </a:rPr>
                        <a:t>光圈系数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+mn-ea"/>
                          <a:sym typeface="+mn-ea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cs"/>
                        </a:rPr>
                        <a:t>拍摄视野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cs"/>
                          <a:sym typeface="+mn-ea"/>
                        </a:rPr>
                        <a:t>53*45mm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像素精度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+mn-ea"/>
                          <a:sym typeface="+mn-ea"/>
                        </a:rPr>
                        <a:t>0.021mm/pixel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拍摄背景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+mn-ea"/>
                          <a:sym typeface="+mn-ea"/>
                        </a:rPr>
                        <a:t>-</a:t>
                      </a:r>
                      <a:endParaRPr lang="en-US" altLang="zh-CN" sz="1200" dirty="0">
                        <a:solidFill>
                          <a:srgbClr val="000000"/>
                        </a:solidFill>
                        <a:latin typeface="+mn-ea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  <a:sym typeface="+mn-e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261023" y="6408043"/>
            <a:ext cx="119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方案示意图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61393" y="6408420"/>
            <a:ext cx="4327313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400" rtl="0" eaLnBrk="1" fontAlgn="b" latinLnBrk="0" hangingPunct="1">
              <a:lnSpc>
                <a:spcPct val="200000"/>
              </a:lnSpc>
            </a:pPr>
            <a:r>
              <a:rPr lang="zh-CN" altLang="en-US" sz="1065" dirty="0">
                <a:latin typeface="+mn-ea"/>
                <a:cs typeface="+mn-ea"/>
                <a:sym typeface="+mn-ea"/>
              </a:rPr>
              <a:t>打光要求：产品平整度保证，运动速度保证，产品高度差保持。</a:t>
            </a:r>
            <a:endParaRPr lang="zh-CN" altLang="en-US" sz="1065" dirty="0">
              <a:latin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46133" y="846667"/>
            <a:ext cx="1407160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光学方案</a:t>
            </a:r>
            <a:endParaRPr lang="zh-CN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9" name="图片 8" descr="图片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21173" y="1699172"/>
            <a:ext cx="404655" cy="1176000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2522375" y="5388244"/>
            <a:ext cx="598565" cy="196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3023364" y="2852635"/>
            <a:ext cx="1938020" cy="5927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3103644" y="5386413"/>
            <a:ext cx="1857680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4784391" y="3843971"/>
            <a:ext cx="1297768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 dirty="0"/>
              <a:t>315±20mm</a:t>
            </a:r>
            <a:endParaRPr lang="zh-CN" altLang="en-US" sz="1335" dirty="0"/>
          </a:p>
        </p:txBody>
      </p:sp>
      <p:cxnSp>
        <p:nvCxnSpPr>
          <p:cNvPr id="23" name="直接箭头连接符 22"/>
          <p:cNvCxnSpPr/>
          <p:nvPr>
            <p:custDataLst>
              <p:tags r:id="rId8"/>
            </p:custDataLst>
          </p:nvPr>
        </p:nvCxnSpPr>
        <p:spPr>
          <a:xfrm>
            <a:off x="4796499" y="2858561"/>
            <a:ext cx="0" cy="252785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9"/>
            </p:custDataLst>
          </p:nvPr>
        </p:nvCxnSpPr>
        <p:spPr>
          <a:xfrm>
            <a:off x="3025855" y="3496759"/>
            <a:ext cx="1020780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10"/>
            </p:custDataLst>
          </p:nvPr>
        </p:nvCxnSpPr>
        <p:spPr>
          <a:xfrm flipH="1" flipV="1">
            <a:off x="3986486" y="3557466"/>
            <a:ext cx="12065" cy="185293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2948295" y="4218208"/>
            <a:ext cx="1297768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 dirty="0"/>
              <a:t>210±20mm</a:t>
            </a:r>
            <a:endParaRPr lang="zh-CN" altLang="en-US" sz="1335" dirty="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/>
          <a:srcRect l="7275" t="4993" r="6784"/>
          <a:stretch>
            <a:fillRect/>
          </a:stretch>
        </p:blipFill>
        <p:spPr>
          <a:xfrm>
            <a:off x="2477742" y="2901738"/>
            <a:ext cx="720005" cy="719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27835" y="1990090"/>
            <a:ext cx="3181350" cy="2590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86075" y="1483360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无膜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240" y="1990090"/>
            <a:ext cx="3320415" cy="25901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609330" y="1483360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有膜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ABLE_BEAUTIFY" val="smartTable{8898f8a0-2cf7-4012-98be-3794d6274b4a}"/>
  <p:tag name="TABLE_ENDDRAG_ORIGIN_RECT" val="688*273"/>
  <p:tag name="TABLE_ENDDRAG_RECT" val="12*76*688*273"/>
</p:tagLst>
</file>

<file path=ppt/tags/tag64.xml><?xml version="1.0" encoding="utf-8"?>
<p:tagLst xmlns:p="http://schemas.openxmlformats.org/presentationml/2006/main">
  <p:tag name="KSO_WM_UNIT_TABLE_BEAUTIFY" val="smartTable{f7a86349-92e2-4ec5-b04b-b9a0387ee922}"/>
</p:tagLst>
</file>

<file path=ppt/tags/tag65.xml><?xml version="1.0" encoding="utf-8"?>
<p:tagLst xmlns:p="http://schemas.openxmlformats.org/presentationml/2006/main">
  <p:tag name="KSO_WM_UNIT_TABLE_BEAUTIFY" val="smartTable{164994f6-2f6e-4d3c-8c2b-0f189f21a9b3}"/>
</p:tagLst>
</file>

<file path=ppt/tags/tag66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67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68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69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70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71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72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73.xml><?xml version="1.0" encoding="utf-8"?>
<p:tagLst xmlns:p="http://schemas.openxmlformats.org/presentationml/2006/main">
  <p:tag name="KSO_WM_DIAGRAM_VIRTUALLY_FRAME" val="{&quot;height&quot;:375.44700787401564,&quot;left&quot;:40.45,&quot;top&quot;:50.56842519685039,&quot;width&quot;:438.4601312335957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375.44700787401564,&quot;left&quot;:40.45,&quot;top&quot;:50.56842519685039,&quot;width&quot;:438.4601312335957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WPS 演示</Application>
  <PresentationFormat>宽屏</PresentationFormat>
  <Paragraphs>118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蓝色</cp:lastModifiedBy>
  <cp:revision>159</cp:revision>
  <dcterms:created xsi:type="dcterms:W3CDTF">2019-06-19T02:08:00Z</dcterms:created>
  <dcterms:modified xsi:type="dcterms:W3CDTF">2025-12-04T11:12:25Z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0B31803203444287AA99682C3A694B02_11</vt:lpwstr>
  </property>
</Properties>
</file>